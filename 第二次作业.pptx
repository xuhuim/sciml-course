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"/>
  </p:notesMasterIdLst>
  <p:sldIdLst>
    <p:sldId id="570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D"/>
    <a:srgbClr val="3338FD"/>
    <a:srgbClr val="0000FF"/>
    <a:srgbClr val="0000CC"/>
    <a:srgbClr val="CC1704"/>
    <a:srgbClr val="000099"/>
    <a:srgbClr val="003399"/>
    <a:srgbClr val="6732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82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24CD06-CDB8-463C-82C0-327730F8ACA7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796392-4F4E-4DC5-B4DA-6DF644E23D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799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8223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8D91E-FFF0-45B5-AFE0-22E101FDFDBC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ABB8-7B63-458F-BB16-CC14DE560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169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8D91E-FFF0-45B5-AFE0-22E101FDFDBC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ABB8-7B63-458F-BB16-CC14DE560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476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8D91E-FFF0-45B5-AFE0-22E101FDFDBC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ABB8-7B63-458F-BB16-CC14DE560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6768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8D91E-FFF0-45B5-AFE0-22E101FDFDBC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ABB8-7B63-458F-BB16-CC14DE560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7597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8D91E-FFF0-45B5-AFE0-22E101FDFDBC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ABB8-7B63-458F-BB16-CC14DE560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199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8D91E-FFF0-45B5-AFE0-22E101FDFDBC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ABB8-7B63-458F-BB16-CC14DE560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921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8D91E-FFF0-45B5-AFE0-22E101FDFDBC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ABB8-7B63-458F-BB16-CC14DE560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205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8D91E-FFF0-45B5-AFE0-22E101FDFDBC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ABB8-7B63-458F-BB16-CC14DE560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814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8D91E-FFF0-45B5-AFE0-22E101FDFDBC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ABB8-7B63-458F-BB16-CC14DE560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5640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8D91E-FFF0-45B5-AFE0-22E101FDFDBC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ABB8-7B63-458F-BB16-CC14DE560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6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8D91E-FFF0-45B5-AFE0-22E101FDFDBC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ABB8-7B63-458F-BB16-CC14DE560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776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F8D91E-FFF0-45B5-AFE0-22E101FDFDBC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4ABB8-7B63-458F-BB16-CC14DE560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574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7">
            <a:extLst>
              <a:ext uri="{FF2B5EF4-FFF2-40B4-BE49-F238E27FC236}">
                <a16:creationId xmlns:a16="http://schemas.microsoft.com/office/drawing/2014/main" id="{4C4AE310-ADDF-442F-BF34-0CDEC583B4E8}"/>
              </a:ext>
            </a:extLst>
          </p:cNvPr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第二次作业：二选一</a:t>
            </a:r>
            <a:endParaRPr lang="en-US" sz="2400" b="1" dirty="0">
              <a:solidFill>
                <a:srgbClr val="C00000"/>
              </a:solidFill>
              <a:latin typeface="Microsoft YaHei UI" panose="020B0503020204020204" pitchFamily="34" charset="-122"/>
              <a:ea typeface="Microsoft YaHei UI" panose="020B0503020204020204" pitchFamily="34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70019928-CF09-5C67-C859-32701B9C6E1C}"/>
                  </a:ext>
                </a:extLst>
              </p:cNvPr>
              <p:cNvSpPr txBox="1"/>
              <p:nvPr/>
            </p:nvSpPr>
            <p:spPr>
              <a:xfrm>
                <a:off x="1025388" y="1306157"/>
                <a:ext cx="709322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𝜈</m:t>
                      </m:r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𝑥𝑥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−1,1</m:t>
                          </m:r>
                        </m:e>
                      </m:d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endChr m:val="]"/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CN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e>
                      </m:d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𝜈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=0.01/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zh-CN" altLang="en-US" sz="2400" dirty="0">
                  <a:solidFill>
                    <a:srgbClr val="2718F0"/>
                  </a:solidFill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70019928-CF09-5C67-C859-32701B9C6E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5388" y="1306157"/>
                <a:ext cx="7093224" cy="369332"/>
              </a:xfrm>
              <a:prstGeom prst="rect">
                <a:avLst/>
              </a:prstGeom>
              <a:blipFill>
                <a:blip r:embed="rId3"/>
                <a:stretch>
                  <a:fillRect b="-344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763BF492-39CE-5953-DDE7-819AE94AA40B}"/>
                  </a:ext>
                </a:extLst>
              </p:cNvPr>
              <p:cNvSpPr txBox="1"/>
              <p:nvPr/>
            </p:nvSpPr>
            <p:spPr>
              <a:xfrm>
                <a:off x="1524786" y="1810009"/>
                <a:ext cx="6094428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,0</m:t>
                          </m:r>
                        </m:e>
                      </m:d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unc>
                        <m:func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−1,</m:t>
                          </m:r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</m:t>
                      </m:r>
                    </m:oMath>
                  </m:oMathPara>
                </a14:m>
                <a:endParaRPr lang="en-US" altLang="zh-CN" sz="2400" dirty="0">
                  <a:solidFill>
                    <a:schemeClr val="tx1"/>
                  </a:solidFill>
                </a:endParaRPr>
              </a:p>
              <a:p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763BF492-39CE-5953-DDE7-819AE94AA4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786" y="1810009"/>
                <a:ext cx="6094428" cy="83099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>
            <a:extLst>
              <a:ext uri="{FF2B5EF4-FFF2-40B4-BE49-F238E27FC236}">
                <a16:creationId xmlns:a16="http://schemas.microsoft.com/office/drawing/2014/main" id="{F8854421-6501-5AEE-4143-73654D20934E}"/>
              </a:ext>
            </a:extLst>
          </p:cNvPr>
          <p:cNvSpPr txBox="1"/>
          <p:nvPr/>
        </p:nvSpPr>
        <p:spPr>
          <a:xfrm>
            <a:off x="243840" y="819186"/>
            <a:ext cx="5892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Burgers </a:t>
            </a:r>
            <a:r>
              <a:rPr lang="zh-CN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方程：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D4D33E3-281B-B9BE-CB14-BC254852F5FA}"/>
              </a:ext>
            </a:extLst>
          </p:cNvPr>
          <p:cNvSpPr txBox="1"/>
          <p:nvPr/>
        </p:nvSpPr>
        <p:spPr>
          <a:xfrm>
            <a:off x="619760" y="2387059"/>
            <a:ext cx="770128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均匀或者随机选点</a:t>
            </a:r>
            <a:endParaRPr lang="en-US" altLang="zh-CN" sz="2000" b="1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endParaRPr lang="en-US" altLang="zh-CN" sz="2000" b="1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自适应加点</a:t>
            </a:r>
            <a:endParaRPr lang="en-US" altLang="zh-CN" sz="2000" b="1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CN" sz="2000" b="1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2000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…</a:t>
            </a:r>
            <a:endParaRPr lang="zh-CN" altLang="en-US" sz="2000" b="1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3B1407B6-DD14-E86D-67A3-126F85F9BAD9}"/>
              </a:ext>
            </a:extLst>
          </p:cNvPr>
          <p:cNvSpPr txBox="1"/>
          <p:nvPr/>
        </p:nvSpPr>
        <p:spPr>
          <a:xfrm>
            <a:off x="243840" y="3972217"/>
            <a:ext cx="5892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Allen-Cahn </a:t>
            </a:r>
            <a:r>
              <a:rPr lang="zh-CN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方程：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1">
                <a:extLst>
                  <a:ext uri="{FF2B5EF4-FFF2-40B4-BE49-F238E27FC236}">
                    <a16:creationId xmlns:a16="http://schemas.microsoft.com/office/drawing/2014/main" id="{7D60F501-8060-2B58-FF60-00D9623C981E}"/>
                  </a:ext>
                </a:extLst>
              </p:cNvPr>
              <p:cNvSpPr txBox="1"/>
              <p:nvPr/>
            </p:nvSpPr>
            <p:spPr>
              <a:xfrm>
                <a:off x="619760" y="4433583"/>
                <a:ext cx="4437821" cy="6819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+5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=0.0001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∈[−1, 1]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48" name="TextBox 1">
                <a:extLst>
                  <a:ext uri="{FF2B5EF4-FFF2-40B4-BE49-F238E27FC236}">
                    <a16:creationId xmlns:a16="http://schemas.microsoft.com/office/drawing/2014/main" id="{7D60F501-8060-2B58-FF60-00D9623C98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760" y="4433583"/>
                <a:ext cx="4437821" cy="681982"/>
              </a:xfrm>
              <a:prstGeom prst="rect">
                <a:avLst/>
              </a:prstGeom>
              <a:blipFill>
                <a:blip r:embed="rId5"/>
                <a:stretch>
                  <a:fillRect b="-26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10">
                <a:extLst>
                  <a:ext uri="{FF2B5EF4-FFF2-40B4-BE49-F238E27FC236}">
                    <a16:creationId xmlns:a16="http://schemas.microsoft.com/office/drawing/2014/main" id="{0E6FABCA-4114-7A7E-07C4-C3053DD70F1E}"/>
                  </a:ext>
                </a:extLst>
              </p:cNvPr>
              <p:cNvSpPr txBox="1"/>
              <p:nvPr/>
            </p:nvSpPr>
            <p:spPr>
              <a:xfrm>
                <a:off x="5131189" y="4433583"/>
                <a:ext cx="331966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=−1 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𝐵𝐶𝑠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4" name="TextBox 10">
                <a:extLst>
                  <a:ext uri="{FF2B5EF4-FFF2-40B4-BE49-F238E27FC236}">
                    <a16:creationId xmlns:a16="http://schemas.microsoft.com/office/drawing/2014/main" id="{0E6FABCA-4114-7A7E-07C4-C3053DD70F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1189" y="4433583"/>
                <a:ext cx="3319669" cy="646331"/>
              </a:xfrm>
              <a:prstGeom prst="rect">
                <a:avLst/>
              </a:prstGeom>
              <a:blipFill>
                <a:blip r:embed="rId6"/>
                <a:stretch>
                  <a:fillRect b="-75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文本框 54">
            <a:extLst>
              <a:ext uri="{FF2B5EF4-FFF2-40B4-BE49-F238E27FC236}">
                <a16:creationId xmlns:a16="http://schemas.microsoft.com/office/drawing/2014/main" id="{E1C3BEE0-DE8A-133D-5F16-1076EC8998A0}"/>
              </a:ext>
            </a:extLst>
          </p:cNvPr>
          <p:cNvSpPr txBox="1"/>
          <p:nvPr/>
        </p:nvSpPr>
        <p:spPr>
          <a:xfrm>
            <a:off x="619760" y="5190694"/>
            <a:ext cx="770128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所有权系数均为</a:t>
            </a:r>
            <a:r>
              <a:rPr lang="en-US" altLang="zh-CN" sz="2000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1</a:t>
            </a:r>
          </a:p>
          <a:p>
            <a:pPr marL="285750" indent="-285750">
              <a:buFont typeface="Wingdings" panose="05000000000000000000" pitchFamily="2" charset="2"/>
              <a:buChar char="p"/>
            </a:pPr>
            <a:endParaRPr lang="en-US" altLang="zh-CN" sz="2000" b="1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自适应加权</a:t>
            </a:r>
            <a:endParaRPr lang="en-US" altLang="zh-CN" sz="2000" b="1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CN" sz="2000" b="1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2000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…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zh-CN" altLang="en-US" sz="2000" b="1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59419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659"/>
    </mc:Choice>
    <mc:Fallback xmlns="">
      <p:transition spd="slow" advTm="12659"/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9416</TotalTime>
  <Words>112</Words>
  <Application>Microsoft Office PowerPoint</Application>
  <PresentationFormat>全屏显示(4:3)</PresentationFormat>
  <Paragraphs>20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Microsoft YaHei Light</vt:lpstr>
      <vt:lpstr>Microsoft YaHei UI</vt:lpstr>
      <vt:lpstr>Arial</vt:lpstr>
      <vt:lpstr>Calibri</vt:lpstr>
      <vt:lpstr>Calibri Light</vt:lpstr>
      <vt:lpstr>Cambria Math</vt:lpstr>
      <vt:lpstr>Times New Roman</vt:lpstr>
      <vt:lpstr>Wingdings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xhmeng</dc:creator>
  <cp:lastModifiedBy>Xuhui Meng</cp:lastModifiedBy>
  <cp:revision>873</cp:revision>
  <dcterms:created xsi:type="dcterms:W3CDTF">2017-09-04T15:34:47Z</dcterms:created>
  <dcterms:modified xsi:type="dcterms:W3CDTF">2026-04-15T07:22:48Z</dcterms:modified>
</cp:coreProperties>
</file>