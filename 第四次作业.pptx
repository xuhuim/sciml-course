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99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D"/>
    <a:srgbClr val="3338FD"/>
    <a:srgbClr val="0000FF"/>
    <a:srgbClr val="0000CC"/>
    <a:srgbClr val="CC1704"/>
    <a:srgbClr val="000099"/>
    <a:srgbClr val="003399"/>
    <a:srgbClr val="673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8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4CD06-CDB8-463C-82C0-327730F8ACA7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96392-4F4E-4DC5-B4DA-6DF644E23D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79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69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76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676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759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199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921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20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14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64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776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8D91E-FFF0-45B5-AFE0-22E101FDFDB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94ABB8-7B63-458F-BB16-CC14DE5608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74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7"/>
          <p:cNvSpPr/>
          <p:nvPr/>
        </p:nvSpPr>
        <p:spPr>
          <a:xfrm>
            <a:off x="0" y="0"/>
            <a:ext cx="9144000" cy="756138"/>
          </a:xfrm>
          <a:prstGeom prst="round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FF"/>
              </a:buClr>
            </a:pPr>
            <a:r>
              <a:rPr lang="en-US" sz="24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Solving inverse problem with uncertainty quantification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C11E9B4E-2D5C-4A31-B1A2-FDC236781DF5}"/>
                  </a:ext>
                </a:extLst>
              </p:cNvPr>
              <p:cNvSpPr/>
              <p:nvPr/>
            </p:nvSpPr>
            <p:spPr>
              <a:xfrm>
                <a:off x="2286000" y="916391"/>
                <a:ext cx="4572000" cy="1172309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altLang="zh-CN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1.5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altLang="zh-CN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CN" dirty="0"/>
              </a:p>
              <a:p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altLang="zh-CN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C11E9B4E-2D5C-4A31-B1A2-FDC236781D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916391"/>
                <a:ext cx="4572000" cy="1172309"/>
              </a:xfrm>
              <a:prstGeom prst="rect">
                <a:avLst/>
              </a:prstGeom>
              <a:blipFill>
                <a:blip r:embed="rId2"/>
                <a:stretch>
                  <a:fillRect b="-362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>
            <a:extLst>
              <a:ext uri="{FF2B5EF4-FFF2-40B4-BE49-F238E27FC236}">
                <a16:creationId xmlns:a16="http://schemas.microsoft.com/office/drawing/2014/main" id="{ACB2ACD1-E2F8-4A30-BED7-E3FEEA0A9DAC}"/>
              </a:ext>
            </a:extLst>
          </p:cNvPr>
          <p:cNvSpPr txBox="1"/>
          <p:nvPr/>
        </p:nvSpPr>
        <p:spPr>
          <a:xfrm>
            <a:off x="514904" y="2596125"/>
            <a:ext cx="772357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/>
              <a:t>给定部分</a:t>
            </a:r>
            <a:r>
              <a:rPr lang="en-US" altLang="zh-CN" dirty="0"/>
              <a:t>u</a:t>
            </a:r>
            <a:r>
              <a:rPr lang="zh-CN" altLang="en-US" dirty="0"/>
              <a:t>及</a:t>
            </a:r>
            <a:r>
              <a:rPr lang="en-US" altLang="zh-CN" dirty="0"/>
              <a:t>f</a:t>
            </a:r>
            <a:r>
              <a:rPr lang="zh-CN" altLang="en-US" dirty="0"/>
              <a:t>的噪音观测数据</a:t>
            </a:r>
            <a:endParaRPr lang="en-US" altLang="zh-CN" dirty="0"/>
          </a:p>
          <a:p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/>
              <a:t>确定</a:t>
            </a:r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u</a:t>
            </a:r>
            <a:r>
              <a:rPr lang="zh-CN" altLang="en-US" dirty="0"/>
              <a:t>，</a:t>
            </a:r>
            <a:r>
              <a:rPr lang="en-US" altLang="zh-CN" dirty="0"/>
              <a:t>f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/>
              <a:t>并量化其不确定性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A330D5-C0A3-4AE0-8473-8F45638D40CC}"/>
              </a:ext>
            </a:extLst>
          </p:cNvPr>
          <p:cNvSpPr txBox="1"/>
          <p:nvPr/>
        </p:nvSpPr>
        <p:spPr>
          <a:xfrm>
            <a:off x="426128" y="4580878"/>
            <a:ext cx="79011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dirty="0"/>
              <a:t>任选两种课堂上介绍的不确定性量化方法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p"/>
            </a:pP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p"/>
            </a:pPr>
            <a:r>
              <a:rPr lang="zh-CN" altLang="en-US" dirty="0"/>
              <a:t>可自己编程实现或者采用</a:t>
            </a:r>
            <a:r>
              <a:rPr lang="en-US" altLang="zh-CN" dirty="0" err="1"/>
              <a:t>NeuralUQ</a:t>
            </a:r>
            <a:r>
              <a:rPr lang="zh-CN" altLang="en-US" dirty="0"/>
              <a:t>实现均可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38BC5B-86CF-CFD7-5E4E-5409AA03D11D}"/>
              </a:ext>
            </a:extLst>
          </p:cNvPr>
          <p:cNvSpPr txBox="1"/>
          <p:nvPr/>
        </p:nvSpPr>
        <p:spPr>
          <a:xfrm>
            <a:off x="2072218" y="5826967"/>
            <a:ext cx="46089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https://github.com/Crunch-UQ4MI/neuraluq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49181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4"/>
    </mc:Choice>
    <mc:Fallback xmlns="">
      <p:transition spd="slow" advTm="4594"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9417</TotalTime>
  <Words>77</Words>
  <Application>Microsoft Office PowerPoint</Application>
  <PresentationFormat>全屏显示(4:3)</PresentationFormat>
  <Paragraphs>13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 UI</vt:lpstr>
      <vt:lpstr>Arial</vt:lpstr>
      <vt:lpstr>Calibri</vt:lpstr>
      <vt:lpstr>Calibri Light</vt:lpstr>
      <vt:lpstr>Cambria Math</vt:lpstr>
      <vt:lpstr>Wingdings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xhmeng</dc:creator>
  <cp:lastModifiedBy>Xuhui Meng</cp:lastModifiedBy>
  <cp:revision>871</cp:revision>
  <dcterms:created xsi:type="dcterms:W3CDTF">2017-09-04T15:34:47Z</dcterms:created>
  <dcterms:modified xsi:type="dcterms:W3CDTF">2026-05-27T07:41:02Z</dcterms:modified>
</cp:coreProperties>
</file>