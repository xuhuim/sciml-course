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"/>
  </p:notesMasterIdLst>
  <p:sldIdLst>
    <p:sldId id="299" r:id="rId2"/>
    <p:sldId id="300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D"/>
    <a:srgbClr val="3338FD"/>
    <a:srgbClr val="0000FF"/>
    <a:srgbClr val="0000CC"/>
    <a:srgbClr val="CC1704"/>
    <a:srgbClr val="000099"/>
    <a:srgbClr val="003399"/>
    <a:srgbClr val="673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8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4CD06-CDB8-463C-82C0-327730F8ACA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96392-4F4E-4DC5-B4DA-6DF644E2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6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7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76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5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9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21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1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6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7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8D91E-FFF0-45B5-AFE0-22E101FDFDB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7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0000FF"/>
              </a:buClr>
            </a:pPr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Demo codes for </a:t>
            </a:r>
            <a:r>
              <a:rPr lang="en-US" sz="2400" b="1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DeepONet</a:t>
            </a:r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/FNO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214E90D-47FF-206B-B7B9-71A6142BC1DA}"/>
                  </a:ext>
                </a:extLst>
              </p:cNvPr>
              <p:cNvSpPr txBox="1"/>
              <p:nvPr/>
            </p:nvSpPr>
            <p:spPr>
              <a:xfrm>
                <a:off x="572655" y="1209964"/>
                <a:ext cx="73244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p"/>
                </a:pPr>
                <a:r>
                  <a:rPr lang="en-US" altLang="zh-CN" dirty="0"/>
                  <a:t>DeepONet:</a:t>
                </a:r>
              </a:p>
              <a:p>
                <a:pPr algn="ctr"/>
                <a:r>
                  <a:rPr lang="en-US" altLang="zh-CN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−0.2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/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ℊ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214E90D-47FF-206B-B7B9-71A6142BC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55" y="1209964"/>
                <a:ext cx="7324436" cy="1200329"/>
              </a:xfrm>
              <a:prstGeom prst="rect">
                <a:avLst/>
              </a:prstGeom>
              <a:blipFill>
                <a:blip r:embed="rId2"/>
                <a:stretch>
                  <a:fillRect l="-583" t="-2538" b="-35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CE67BA5-50F8-2462-5501-2D090D060638}"/>
                  </a:ext>
                </a:extLst>
              </p:cNvPr>
              <p:cNvSpPr txBox="1"/>
              <p:nvPr/>
            </p:nvSpPr>
            <p:spPr>
              <a:xfrm>
                <a:off x="572655" y="3648977"/>
                <a:ext cx="73244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p"/>
                </a:pPr>
                <a:r>
                  <a:rPr lang="en-US" altLang="zh-CN" dirty="0"/>
                  <a:t>FNO: Earthquake problem</a:t>
                </a:r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ℊ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CE67BA5-50F8-2462-5501-2D090D060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55" y="3648977"/>
                <a:ext cx="7324436" cy="1200329"/>
              </a:xfrm>
              <a:prstGeom prst="rect">
                <a:avLst/>
              </a:prstGeom>
              <a:blipFill>
                <a:blip r:embed="rId3"/>
                <a:stretch>
                  <a:fillRect l="-583" t="-3061"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CE893112-C3BA-43FF-4EC0-E47C69A850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088" y="4015807"/>
            <a:ext cx="2380952" cy="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81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4"/>
    </mc:Choice>
    <mc:Fallback xmlns="">
      <p:transition spd="slow" advTm="459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0000FF"/>
              </a:buClr>
            </a:pPr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Neural Operator for Cavity flow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4BE83D4-33F5-40A0-9C31-BCDA75FE32B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16E9772-4C76-61B5-EAFF-DB0B07FFB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75" y="876131"/>
            <a:ext cx="8707065" cy="11241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22EC393-26E0-03DD-1A2E-33F5C3B74C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37"/>
          <a:stretch/>
        </p:blipFill>
        <p:spPr>
          <a:xfrm>
            <a:off x="1539640" y="2118308"/>
            <a:ext cx="2997563" cy="6477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560982B-0B50-C7CA-6175-CEEB37653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936" y="2743936"/>
            <a:ext cx="2844970" cy="2728411"/>
          </a:xfrm>
          <a:prstGeom prst="rect">
            <a:avLst/>
          </a:prstGeom>
        </p:spPr>
      </p:pic>
      <p:pic>
        <p:nvPicPr>
          <p:cNvPr id="6" name="Picture 56">
            <a:extLst>
              <a:ext uri="{FF2B5EF4-FFF2-40B4-BE49-F238E27FC236}">
                <a16:creationId xmlns:a16="http://schemas.microsoft.com/office/drawing/2014/main" id="{C36E0D6C-0BED-2EA5-069E-E12E0FFBBBA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8" t="2197" r="10667" b="11667"/>
          <a:stretch/>
        </p:blipFill>
        <p:spPr>
          <a:xfrm>
            <a:off x="5309945" y="2766098"/>
            <a:ext cx="2574999" cy="2554776"/>
          </a:xfrm>
          <a:prstGeom prst="rect">
            <a:avLst/>
          </a:prstGeom>
        </p:spPr>
      </p:pic>
      <p:sp>
        <p:nvSpPr>
          <p:cNvPr id="7" name="TextBox 59">
            <a:extLst>
              <a:ext uri="{FF2B5EF4-FFF2-40B4-BE49-F238E27FC236}">
                <a16:creationId xmlns:a16="http://schemas.microsoft.com/office/drawing/2014/main" id="{1A041740-209B-C547-1801-CB867AECCDE0}"/>
              </a:ext>
            </a:extLst>
          </p:cNvPr>
          <p:cNvSpPr txBox="1"/>
          <p:nvPr/>
        </p:nvSpPr>
        <p:spPr>
          <a:xfrm>
            <a:off x="4835379" y="2237910"/>
            <a:ext cx="382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= 100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EF59CE-14E6-9FFA-51CF-B8D52339D1EE}"/>
              </a:ext>
            </a:extLst>
          </p:cNvPr>
          <p:cNvSpPr txBox="1"/>
          <p:nvPr/>
        </p:nvSpPr>
        <p:spPr>
          <a:xfrm>
            <a:off x="5630010" y="1256775"/>
            <a:ext cx="2901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in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normalized using u/U, v/U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8ED9B4-36E4-18FB-B188-3F33000663D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643"/>
          <a:stretch/>
        </p:blipFill>
        <p:spPr>
          <a:xfrm>
            <a:off x="142256" y="5590418"/>
            <a:ext cx="8859486" cy="106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09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4"/>
    </mc:Choice>
    <mc:Fallback xmlns="">
      <p:transition spd="slow" advTm="4594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9420</TotalTime>
  <Words>69</Words>
  <Application>Microsoft Office PowerPoint</Application>
  <PresentationFormat>全屏显示(4:3)</PresentationFormat>
  <Paragraphs>13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Microsoft YaHei UI</vt:lpstr>
      <vt:lpstr>Arial</vt:lpstr>
      <vt:lpstr>Calibri</vt:lpstr>
      <vt:lpstr>Calibri Light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xhmeng</dc:creator>
  <cp:lastModifiedBy>Xuhui Meng</cp:lastModifiedBy>
  <cp:revision>870</cp:revision>
  <dcterms:created xsi:type="dcterms:W3CDTF">2017-09-04T15:34:47Z</dcterms:created>
  <dcterms:modified xsi:type="dcterms:W3CDTF">2026-05-13T07:37:19Z</dcterms:modified>
</cp:coreProperties>
</file>